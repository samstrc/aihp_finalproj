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ooklyn Rodgers" userId="854ed533-a1a8-4d81-b554-86e08bea8eec" providerId="ADAL" clId="{4FDC0661-88C2-41D9-9C1E-EFD36BC48AEC}"/>
    <pc:docChg chg="modSld">
      <pc:chgData name="Brooklyn Rodgers" userId="854ed533-a1a8-4d81-b554-86e08bea8eec" providerId="ADAL" clId="{4FDC0661-88C2-41D9-9C1E-EFD36BC48AEC}" dt="2025-11-30T11:22:27.735" v="2" actId="20577"/>
      <pc:docMkLst>
        <pc:docMk/>
      </pc:docMkLst>
      <pc:sldChg chg="modSp mod">
        <pc:chgData name="Brooklyn Rodgers" userId="854ed533-a1a8-4d81-b554-86e08bea8eec" providerId="ADAL" clId="{4FDC0661-88C2-41D9-9C1E-EFD36BC48AEC}" dt="2025-11-30T11:22:27.735" v="2" actId="20577"/>
        <pc:sldMkLst>
          <pc:docMk/>
          <pc:sldMk cId="3075723105" sldId="257"/>
        </pc:sldMkLst>
        <pc:spChg chg="mod">
          <ac:chgData name="Brooklyn Rodgers" userId="854ed533-a1a8-4d81-b554-86e08bea8eec" providerId="ADAL" clId="{4FDC0661-88C2-41D9-9C1E-EFD36BC48AEC}" dt="2025-11-30T11:22:27.735" v="2" actId="20577"/>
          <ac:spMkLst>
            <pc:docMk/>
            <pc:sldMk cId="3075723105" sldId="257"/>
            <ac:spMk id="3" creationId="{65EFE837-5281-8B15-9CFF-9680FA8873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2EAF-630E-9CEC-19F4-420B4C5A1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5B785-3C5F-CF4A-1D75-7E9A4DAC1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E3528-67EC-E0B8-F209-C55BE46B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1BE6F-393A-748A-62F6-1F23F6A7F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77EA3-BFA5-A8EE-335B-1A0E7D06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91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7778-3167-C3ED-51D3-1455975D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3113B-B9BE-B499-1A3A-F26C429A9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2F684-FC14-8452-7852-099F4998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55E51-B2A7-2E8E-8C6A-384BEFC9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8DBC2-F688-46E2-BE31-07E4A042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81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3F744-D138-AB0A-CFD9-FA8CAD81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DB69B-F4DE-DF25-708C-291CEA525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5CC2-8D54-CD5E-1F9C-08E4621B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79D91-6F8D-5961-9985-95C4C4692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49402-B1E5-9B78-BB92-097B16D1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15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C01BC-B86B-1A46-0726-ECF791F6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AA32B-388D-B99E-B0BC-D68E86410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89CDF-C885-0B19-A266-FBE8E4693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0737AA-79F6-E19C-F4C1-C747FC246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460A3-79A0-4ED2-531F-F93B8EB2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22DDB-79E5-4313-D71F-4104B542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3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14F7-7157-5303-FE8E-8FCCF043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2C630-C4C8-E228-C0F9-AAA11759C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3E29E-CF31-5EE9-4BED-4E9627A46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2EBE8-E9CE-EF4A-B4E1-93F747177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E0E72D-9AD6-E803-005B-BF57478772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3D077-7B1C-699C-54CD-8F878074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AFE4F-C05E-33B6-47F9-D09B6A23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B7CEAF-4535-7A01-B972-94FD21F8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2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2F66-137E-1069-3EF8-7E71CB15E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09AC1-58FD-9AE9-DCBC-CE71761D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A899E-D53D-548C-D657-B3151E2F1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28B4B-124F-7238-96A4-03FA026B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3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2D9C2E-F656-548B-6226-B53525822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C6B4C-35BB-62A4-9D86-1F6EFD5C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50B4C-726F-241D-6099-0239CC2F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4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497D-3025-E23A-8264-17224F587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B3679-B645-0760-FD63-A474412EF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14EAF-D50D-D544-27FC-043EAC4F4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7E488-B7F4-0B3E-16D9-E5AC1B648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6467D-E330-058E-263A-3A43ECF7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05216-BD80-3DFF-3D75-72879428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86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220D-1862-2952-EC15-631A4BCA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6F19F-F928-26C5-59AB-B59BD1A92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62764-7153-439F-12AE-CF1A5C374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D49E3-1AB4-D613-02C5-FFEE0373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2D2D0-0481-6A03-DAEB-3B932499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75E76-8F1E-FEC8-2D5F-DD0C7C086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40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0ECD-D915-AD11-DE5E-3AAC345F3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499D9-1601-5D44-FBCA-17E1FB3FA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A38F7-581E-A979-9856-8CE4097D7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3052C-04C7-A182-D844-0CA3721E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DB332-4CC9-58DB-64E4-C7956D361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2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DB406-A347-534D-F72E-8DC6740BE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C5BC1B-6F84-DC8D-9507-E515F6845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79B9F-53B2-3AD4-52AF-69B2EA8F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F746C-55BB-DECB-B984-FB65E88F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0DAA5-CB6A-8857-6EAD-51D875C0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5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86ED8-7D91-C2F0-3120-B682C4E1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F837A-995A-C92C-57D3-BD902DD4D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9B4AD-19DB-83AB-7A6F-3A640B306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5C1A3-BD65-43C6-BCC4-C32C98B8D9A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907BE-A251-D902-A3B3-A7AA0486E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4E6E2-94D7-A5FF-763C-E3AEE12AC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52446-BBD4-4F83-9843-DF03EEE75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8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1D5C-5E78-3FD0-3D9A-D0F0A7C74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Connect 4 – Q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98230-E22C-21E0-7738-FE80F474D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Sam Strickler &amp; Brooklyn Rodgers</a:t>
            </a:r>
          </a:p>
        </p:txBody>
      </p:sp>
    </p:spTree>
    <p:extLst>
      <p:ext uri="{BB962C8B-B14F-4D97-AF65-F5344CB8AC3E}">
        <p14:creationId xmlns:p14="http://schemas.microsoft.com/office/powerpoint/2010/main" val="113774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E7FF-8C23-2B52-758A-69DA4691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Play and Research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FE837-5281-8B15-9CFF-9680FA887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</a:t>
            </a:r>
            <a:r>
              <a:rPr lang="en-US"/>
              <a:t>setup blurb 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 research we did and how it impacted our project</a:t>
            </a:r>
          </a:p>
        </p:txBody>
      </p:sp>
    </p:spTree>
    <p:extLst>
      <p:ext uri="{BB962C8B-B14F-4D97-AF65-F5344CB8AC3E}">
        <p14:creationId xmlns:p14="http://schemas.microsoft.com/office/powerpoint/2010/main" val="307572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055A-8570-E9A6-CD08-52FFA0A9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Selection: Q-learning vs SARSA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C1C19-991C-508D-7755-A77173225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2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8C5F-AB87-4314-763B-C08B58CE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Difficulties We Encountered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C32AD-8B1C-880E-0F9E-8556C3132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EBE1-019A-A731-9C2A-DE514547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Learned &amp; Saw in Our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525F0-453D-31DC-9CDD-614DCF0A4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what we learned while implementing the project </a:t>
            </a:r>
          </a:p>
          <a:p>
            <a:r>
              <a:rPr lang="en-US" dirty="0"/>
              <a:t>Results we saw from the RL learning while playing etc. </a:t>
            </a:r>
          </a:p>
          <a:p>
            <a:r>
              <a:rPr lang="en-US" dirty="0"/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10251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E181-259C-1B1F-3959-A221E961A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+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B7B37-05A4-D57D-7D86-9528F68D8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 if relevant</a:t>
            </a:r>
          </a:p>
          <a:p>
            <a:r>
              <a:rPr lang="en-US" dirty="0"/>
              <a:t>Demo the game </a:t>
            </a:r>
          </a:p>
        </p:txBody>
      </p:sp>
    </p:spTree>
    <p:extLst>
      <p:ext uri="{BB962C8B-B14F-4D97-AF65-F5344CB8AC3E}">
        <p14:creationId xmlns:p14="http://schemas.microsoft.com/office/powerpoint/2010/main" val="295309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74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Connect 4 – Q learning</vt:lpstr>
      <vt:lpstr>Game Play and Research Stage</vt:lpstr>
      <vt:lpstr>Agent Selection: Q-learning vs SARSA</vt:lpstr>
      <vt:lpstr>Difficulties We Encountered </vt:lpstr>
      <vt:lpstr>What We Learned &amp; Saw in Our Observations</vt:lpstr>
      <vt:lpstr>Demo +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Brooklyn Rodgers</dc:creator>
  <cp:lastModifiedBy>Brooklyn Rodgers</cp:lastModifiedBy>
  <cp:revision>1</cp:revision>
  <dcterms:created xsi:type="dcterms:W3CDTF">2025-11-30T11:13:01Z</dcterms:created>
  <dcterms:modified xsi:type="dcterms:W3CDTF">2025-11-30T11:22:36Z</dcterms:modified>
</cp:coreProperties>
</file>